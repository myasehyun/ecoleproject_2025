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hyperlink" Target="https://jud00.tistory.com/entry/%EC%9E%90%EB%A3%8C%EA%B5%AC%EC%A1%B0-%EC%8A%A4%ED%83%9DStack%EA%B3%BC-%ED%81%90Queue%EC%97%90-%EB%8C%80%ED%95%B4%EC%84%9C-%EC%95%8C%EC%95%84%EB%B3%B4%EC%9E%90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image" Target="../media/image-9-5.pn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0160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알고리즘 코드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비교 분석: 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Python, JavaScript, Java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5932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540AD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소프트웨어학과 2023664025 박세현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7773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395430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이 프레젠테이션에서는 백준(Baekjoon) 온라인 저지에서 교재에 언급된 8가지 알고리즘 문제에 대한 파이썬(Python) 풀이를 기반으로, 동일한 로직을 자바스크립트(JavaScript)와 자바(Java)로 변환한 코드를 비교 분석합니다. 각 문제의 핵심 알고리즘 설명과 함께 세 가지 언어의 구현 방식을 한눈에 살펴보고, 효율적인 코딩 전략을 모색합니다.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46509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0284" y="543282"/>
            <a:ext cx="246983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목차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91515" y="930831"/>
            <a:ext cx="4939665" cy="61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핵심 알고리즘 문제 분석</a:t>
            </a:r>
            <a:endParaRPr lang="en-US" sz="3850" dirty="0"/>
          </a:p>
        </p:txBody>
      </p:sp>
      <p:sp>
        <p:nvSpPr>
          <p:cNvPr id="4" name="Shape 2"/>
          <p:cNvSpPr/>
          <p:nvPr/>
        </p:nvSpPr>
        <p:spPr>
          <a:xfrm>
            <a:off x="691515" y="2140982"/>
            <a:ext cx="4284107" cy="1519357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91515" y="2118122"/>
            <a:ext cx="4284107" cy="91440"/>
          </a:xfrm>
          <a:prstGeom prst="roundRect">
            <a:avLst>
              <a:gd name="adj" fmla="val 194478"/>
            </a:avLst>
          </a:prstGeom>
          <a:solidFill>
            <a:srgbClr val="84C1FA"/>
          </a:solidFill>
          <a:ln/>
        </p:spPr>
      </p:sp>
      <p:sp>
        <p:nvSpPr>
          <p:cNvPr id="6" name="Shape 4"/>
          <p:cNvSpPr/>
          <p:nvPr/>
        </p:nvSpPr>
        <p:spPr>
          <a:xfrm>
            <a:off x="2537222" y="1844635"/>
            <a:ext cx="592693" cy="592693"/>
          </a:xfrm>
          <a:prstGeom prst="roundRect">
            <a:avLst>
              <a:gd name="adj" fmla="val 154279"/>
            </a:avLst>
          </a:prstGeom>
          <a:solidFill>
            <a:srgbClr val="84C1FA"/>
          </a:solidFill>
          <a:ln/>
        </p:spPr>
      </p:sp>
      <p:sp>
        <p:nvSpPr>
          <p:cNvPr id="7" name="Text 5"/>
          <p:cNvSpPr/>
          <p:nvPr/>
        </p:nvSpPr>
        <p:spPr>
          <a:xfrm>
            <a:off x="2714982" y="1992749"/>
            <a:ext cx="23705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11900" y="2634853"/>
            <a:ext cx="29638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정렬과 기본 입출력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11900" y="3123724"/>
            <a:ext cx="384333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문제 2750: 수 정렬하기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173147" y="2140982"/>
            <a:ext cx="4284107" cy="1519357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173147" y="2118122"/>
            <a:ext cx="4284107" cy="91440"/>
          </a:xfrm>
          <a:prstGeom prst="roundRect">
            <a:avLst>
              <a:gd name="adj" fmla="val 194478"/>
            </a:avLst>
          </a:prstGeom>
          <a:solidFill>
            <a:srgbClr val="84C1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8853" y="1844635"/>
            <a:ext cx="592693" cy="592693"/>
          </a:xfrm>
          <a:prstGeom prst="roundRect">
            <a:avLst>
              <a:gd name="adj" fmla="val 154279"/>
            </a:avLst>
          </a:prstGeom>
          <a:solidFill>
            <a:srgbClr val="84C1FA"/>
          </a:solidFill>
          <a:ln/>
        </p:spPr>
      </p:sp>
      <p:sp>
        <p:nvSpPr>
          <p:cNvPr id="13" name="Text 11"/>
          <p:cNvSpPr/>
          <p:nvPr/>
        </p:nvSpPr>
        <p:spPr>
          <a:xfrm>
            <a:off x="7196614" y="1992749"/>
            <a:ext cx="23705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5393531" y="2634853"/>
            <a:ext cx="29638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문자열 처리와 합계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393531" y="3123724"/>
            <a:ext cx="384333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문제 11720: 숫자의 합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654778" y="2140982"/>
            <a:ext cx="4284107" cy="1519357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4778" y="2118122"/>
            <a:ext cx="4284107" cy="91440"/>
          </a:xfrm>
          <a:prstGeom prst="roundRect">
            <a:avLst>
              <a:gd name="adj" fmla="val 194478"/>
            </a:avLst>
          </a:prstGeom>
          <a:solidFill>
            <a:srgbClr val="84C1FA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00485" y="1844635"/>
            <a:ext cx="592693" cy="592693"/>
          </a:xfrm>
          <a:prstGeom prst="roundRect">
            <a:avLst>
              <a:gd name="adj" fmla="val 154279"/>
            </a:avLst>
          </a:prstGeom>
          <a:solidFill>
            <a:srgbClr val="84C1FA"/>
          </a:solidFill>
          <a:ln/>
        </p:spPr>
      </p:sp>
      <p:sp>
        <p:nvSpPr>
          <p:cNvPr id="19" name="Text 17"/>
          <p:cNvSpPr/>
          <p:nvPr/>
        </p:nvSpPr>
        <p:spPr>
          <a:xfrm>
            <a:off x="11678245" y="1992749"/>
            <a:ext cx="23705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9875163" y="2634853"/>
            <a:ext cx="29638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누적합과 구간 쿼리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875163" y="3123724"/>
            <a:ext cx="384333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문제 11659: 구간 합 구하기 4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91515" y="4154210"/>
            <a:ext cx="4284107" cy="1519357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91515" y="4131350"/>
            <a:ext cx="4284107" cy="91440"/>
          </a:xfrm>
          <a:prstGeom prst="roundRect">
            <a:avLst>
              <a:gd name="adj" fmla="val 194478"/>
            </a:avLst>
          </a:prstGeom>
          <a:solidFill>
            <a:srgbClr val="84C1FA"/>
          </a:solidFill>
          <a:ln/>
        </p:spPr>
      </p:sp>
      <p:sp>
        <p:nvSpPr>
          <p:cNvPr id="24" name="Shape 22"/>
          <p:cNvSpPr/>
          <p:nvPr/>
        </p:nvSpPr>
        <p:spPr>
          <a:xfrm>
            <a:off x="2537222" y="3857863"/>
            <a:ext cx="592693" cy="592693"/>
          </a:xfrm>
          <a:prstGeom prst="roundRect">
            <a:avLst>
              <a:gd name="adj" fmla="val 154279"/>
            </a:avLst>
          </a:prstGeom>
          <a:solidFill>
            <a:srgbClr val="84C1FA"/>
          </a:solidFill>
          <a:ln/>
        </p:spPr>
      </p:sp>
      <p:sp>
        <p:nvSpPr>
          <p:cNvPr id="25" name="Text 23"/>
          <p:cNvSpPr/>
          <p:nvPr/>
        </p:nvSpPr>
        <p:spPr>
          <a:xfrm>
            <a:off x="2714982" y="4005977"/>
            <a:ext cx="23705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911900" y="4648081"/>
            <a:ext cx="29638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투 포인터 기법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911900" y="5136952"/>
            <a:ext cx="384333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문제 2018: 수들의 합 5 &amp; 1253: 좋다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5173147" y="4154210"/>
            <a:ext cx="4284107" cy="1519357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173147" y="4131350"/>
            <a:ext cx="4284107" cy="91440"/>
          </a:xfrm>
          <a:prstGeom prst="roundRect">
            <a:avLst>
              <a:gd name="adj" fmla="val 194478"/>
            </a:avLst>
          </a:prstGeom>
          <a:solidFill>
            <a:srgbClr val="84C1FA"/>
          </a:solidFill>
          <a:ln/>
        </p:spPr>
      </p:sp>
      <p:sp>
        <p:nvSpPr>
          <p:cNvPr id="30" name="Shape 28"/>
          <p:cNvSpPr/>
          <p:nvPr/>
        </p:nvSpPr>
        <p:spPr>
          <a:xfrm>
            <a:off x="7018853" y="3857863"/>
            <a:ext cx="592693" cy="592693"/>
          </a:xfrm>
          <a:prstGeom prst="roundRect">
            <a:avLst>
              <a:gd name="adj" fmla="val 154279"/>
            </a:avLst>
          </a:prstGeom>
          <a:solidFill>
            <a:srgbClr val="84C1FA"/>
          </a:solidFill>
          <a:ln/>
        </p:spPr>
      </p:sp>
      <p:sp>
        <p:nvSpPr>
          <p:cNvPr id="31" name="Text 29"/>
          <p:cNvSpPr/>
          <p:nvPr/>
        </p:nvSpPr>
        <p:spPr>
          <a:xfrm>
            <a:off x="7196614" y="4005977"/>
            <a:ext cx="23705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5393531" y="4648081"/>
            <a:ext cx="29638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슬라이딩 윈도우 &amp; 덱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5393531" y="5136952"/>
            <a:ext cx="384333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문제 11003: 최솟값 찾기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9654778" y="4154210"/>
            <a:ext cx="4284107" cy="1519357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9654778" y="4131350"/>
            <a:ext cx="4284107" cy="91440"/>
          </a:xfrm>
          <a:prstGeom prst="roundRect">
            <a:avLst>
              <a:gd name="adj" fmla="val 194478"/>
            </a:avLst>
          </a:prstGeom>
          <a:solidFill>
            <a:srgbClr val="84C1FA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00485" y="3857863"/>
            <a:ext cx="592693" cy="592693"/>
          </a:xfrm>
          <a:prstGeom prst="roundRect">
            <a:avLst>
              <a:gd name="adj" fmla="val 154279"/>
            </a:avLst>
          </a:prstGeom>
          <a:solidFill>
            <a:srgbClr val="84C1FA"/>
          </a:solidFill>
          <a:ln/>
        </p:spPr>
      </p:sp>
      <p:sp>
        <p:nvSpPr>
          <p:cNvPr id="37" name="Text 35"/>
          <p:cNvSpPr/>
          <p:nvPr/>
        </p:nvSpPr>
        <p:spPr>
          <a:xfrm>
            <a:off x="11678245" y="4005977"/>
            <a:ext cx="23705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</a:t>
            </a:r>
            <a:endParaRPr lang="en-US" sz="1850" dirty="0"/>
          </a:p>
        </p:txBody>
      </p:sp>
      <p:sp>
        <p:nvSpPr>
          <p:cNvPr id="38" name="Text 36"/>
          <p:cNvSpPr/>
          <p:nvPr/>
        </p:nvSpPr>
        <p:spPr>
          <a:xfrm>
            <a:off x="9875163" y="4648081"/>
            <a:ext cx="29638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스택 활용</a:t>
            </a:r>
            <a:endParaRPr lang="en-US" sz="2300" dirty="0"/>
          </a:p>
        </p:txBody>
      </p:sp>
      <p:sp>
        <p:nvSpPr>
          <p:cNvPr id="39" name="Text 37"/>
          <p:cNvSpPr/>
          <p:nvPr/>
        </p:nvSpPr>
        <p:spPr>
          <a:xfrm>
            <a:off x="9875163" y="5136952"/>
            <a:ext cx="384333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문제 1874: 스택 수열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691515" y="6167438"/>
            <a:ext cx="13247370" cy="1519357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91515" y="6144578"/>
            <a:ext cx="13247370" cy="91440"/>
          </a:xfrm>
          <a:prstGeom prst="roundRect">
            <a:avLst>
              <a:gd name="adj" fmla="val 194478"/>
            </a:avLst>
          </a:prstGeom>
          <a:solidFill>
            <a:srgbClr val="84C1FA"/>
          </a:solidFill>
          <a:ln/>
        </p:spPr>
      </p:sp>
      <p:sp>
        <p:nvSpPr>
          <p:cNvPr id="42" name="Shape 40"/>
          <p:cNvSpPr/>
          <p:nvPr/>
        </p:nvSpPr>
        <p:spPr>
          <a:xfrm>
            <a:off x="7018853" y="5871091"/>
            <a:ext cx="592693" cy="592693"/>
          </a:xfrm>
          <a:prstGeom prst="roundRect">
            <a:avLst>
              <a:gd name="adj" fmla="val 154279"/>
            </a:avLst>
          </a:prstGeom>
          <a:solidFill>
            <a:srgbClr val="84C1FA"/>
          </a:solidFill>
          <a:ln/>
        </p:spPr>
      </p:sp>
      <p:sp>
        <p:nvSpPr>
          <p:cNvPr id="43" name="Text 41"/>
          <p:cNvSpPr/>
          <p:nvPr/>
        </p:nvSpPr>
        <p:spPr>
          <a:xfrm>
            <a:off x="7196614" y="6019205"/>
            <a:ext cx="237053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7</a:t>
            </a:r>
            <a:endParaRPr lang="en-US" sz="1850" dirty="0"/>
          </a:p>
        </p:txBody>
      </p:sp>
      <p:sp>
        <p:nvSpPr>
          <p:cNvPr id="44" name="Text 42"/>
          <p:cNvSpPr/>
          <p:nvPr/>
        </p:nvSpPr>
        <p:spPr>
          <a:xfrm>
            <a:off x="911900" y="6661309"/>
            <a:ext cx="2963823" cy="37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큐 활용</a:t>
            </a:r>
            <a:endParaRPr lang="en-US" sz="2300" dirty="0"/>
          </a:p>
        </p:txBody>
      </p:sp>
      <p:sp>
        <p:nvSpPr>
          <p:cNvPr id="45" name="Text 43"/>
          <p:cNvSpPr/>
          <p:nvPr/>
        </p:nvSpPr>
        <p:spPr>
          <a:xfrm>
            <a:off x="911900" y="7150179"/>
            <a:ext cx="12806601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문제 2164: 카드2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6421" y="311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문제 2750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534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수 정렬하기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6835" y="1160740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핵심 아이디어: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입력받은 N개의 수를 오름차순으로 정렬하는 문제입니다. 가장 기본적인 정렬 알고리즘의 이해와 각 언어별 정렬 메서드 사용법을 익히는 것이 중요합니다.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625679"/>
            <a:ext cx="6780014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시간 복잡도: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대부분의 언어에서 제공하는 내장 정렬 함수는 최적화된 -알고리즘(예: Timsort, Quicksort)을 사용하므로 평균적으로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의 시간 복잡도를 가집니다.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171" y="1186220"/>
            <a:ext cx="5267682" cy="34529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6835" y="493668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코드 비교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6835" y="54327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6835" y="5737384"/>
            <a:ext cx="4710946" cy="289179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391239" y="5737384"/>
            <a:ext cx="4722138" cy="2891790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504587" y="5822394"/>
            <a:ext cx="4495443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sys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input = sys.stdin.readline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 = int(input())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number = []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 _ in range(n):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num = int(input())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number.append(num)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number.sort()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 num in number: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print(num)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#하나씩 꺼내 출력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392103" y="54327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2103" y="5737384"/>
            <a:ext cx="4427220" cy="2528888"/>
          </a:xfrm>
          <a:prstGeom prst="roundRect">
            <a:avLst>
              <a:gd name="adj" fmla="val 4036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5386507" y="5737384"/>
            <a:ext cx="4438412" cy="2528888"/>
          </a:xfrm>
          <a:prstGeom prst="roundRect">
            <a:avLst>
              <a:gd name="adj" fmla="val 673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5499854" y="5822394"/>
            <a:ext cx="4211717" cy="235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readline = require('readline');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rl = readline.createInterface({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input: process.stdin,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output: process.stdout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input = [];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rl.on('line', (line)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input.push(parseInt(line));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}).on('close', ()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n = input.shift();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input.sort((a, b) =&gt; a - b);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input.forEach(num =&gt; console.log(num));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103644" y="54327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103644" y="5737384"/>
            <a:ext cx="4144923" cy="3254693"/>
          </a:xfrm>
          <a:prstGeom prst="roundRect">
            <a:avLst>
              <a:gd name="adj" fmla="val 3136"/>
            </a:avLst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98048" y="5737384"/>
            <a:ext cx="4156115" cy="3254693"/>
          </a:xfrm>
          <a:prstGeom prst="roundRect">
            <a:avLst>
              <a:gd name="adj" fmla="val 523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10211395" y="5822394"/>
            <a:ext cx="3929420" cy="3084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java.io.*;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java.util.*;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Main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static void main(String[] args) throws IOException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BufferedReader br = new BufferedReader(new InputStreamReader(System.in));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n = Integer.parseInt(br.readLine());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int[] arr = new int[n];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 (int i = 0; i &lt; n; i++)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arr[i] = Integer.parseInt(br.readLine());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Arrays.sort(arr);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 (int num : arr)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System.out.println(num);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6421" y="311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문제 11720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534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숫자의 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6835" y="1160740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핵심 아이디어: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N개의 숫자가 공백 없이 쓰여진 문자열을 입력받아, 이 숫자들의 합을 구하는 문제입니다. 문자열 처리와 각 문자를 숫자로 변환하는 과정이 중요합니다.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625679"/>
            <a:ext cx="6780014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시간 복잡도: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입력 문자열의 길이를 N이라고 할 때, 각 문자를 한 번씩 순회하며 숫자로 변환하고 더하므로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의 시간 복잡도를 가집니다.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171" y="1186220"/>
            <a:ext cx="4803219" cy="34534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6835" y="4937165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코드 비교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6835" y="543317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6835" y="5737860"/>
            <a:ext cx="5416629" cy="1258729"/>
          </a:xfrm>
          <a:prstGeom prst="roundRect">
            <a:avLst>
              <a:gd name="adj" fmla="val 8109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391239" y="5737860"/>
            <a:ext cx="5427821" cy="1258729"/>
          </a:xfrm>
          <a:prstGeom prst="roundRect">
            <a:avLst>
              <a:gd name="adj" fmla="val 1352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504587" y="5822871"/>
            <a:ext cx="52011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sys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input = sys.stdin.readline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 = int(input())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num=list(map(int,input().strip()))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print(sum(num))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097786" y="543317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97786" y="5737860"/>
            <a:ext cx="3933230" cy="2891790"/>
          </a:xfrm>
          <a:prstGeom prst="roundRect">
            <a:avLst>
              <a:gd name="adj" fmla="val 3530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6092190" y="5737860"/>
            <a:ext cx="3944422" cy="2891790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6205538" y="5822871"/>
            <a:ext cx="3717727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readline = require('readline');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rl = readline.createInterface({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input: process.stdin,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output: process.stdout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rl.on('line', (line)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if (input.length === 0)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input.push(parseInt(line)); // N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 else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const digits = line.split('').map(Number);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const sum = digits.reduce((acc, curr) =&gt; acc + curr, 0);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console.log(sum);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rl.close();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315337" y="543317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315337" y="5737860"/>
            <a:ext cx="3933230" cy="2710339"/>
          </a:xfrm>
          <a:prstGeom prst="roundRect">
            <a:avLst>
              <a:gd name="adj" fmla="val 3766"/>
            </a:avLst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10309741" y="5737860"/>
            <a:ext cx="3944422" cy="2710339"/>
          </a:xfrm>
          <a:prstGeom prst="roundRect">
            <a:avLst>
              <a:gd name="adj" fmla="val 628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10423088" y="5822871"/>
            <a:ext cx="371772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java.io.*;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Main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static void main(String[] args) throws IOException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BufferedReader br = new BufferedReader(new InputStreamReader(System.in));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N = Integer.parseInt(br.readLine());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String sNum = br.readLine();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sum = 0;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 (int i = 0; i &lt; N; i++)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sum += sNum.charAt(i) - '0';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System.out.println(sum);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6421" y="311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문제 11659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534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구간 합 구하기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6835" y="1160740"/>
            <a:ext cx="6780014" cy="370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핵심 아이디어: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주어진 수열에서 특정 구간의 합을 여러 번 구해야 할 때, 매번 합을 계산하는 대신 '누적합(Prefix Sum)'을 미리 계산하여 효율적으로 처리하는 문제입니다.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prefix_sum[j] - prefix_sum[i-1]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로 구간합을 구합니다.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633299"/>
            <a:ext cx="6780014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시간 복잡도: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누적합을 계산하는 데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각 구간 합 쿼리마다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이 소요됩니다. 총 쿼리 수가 M개라면 최종 시간 복잡도는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 + M)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입니다.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171" y="1186220"/>
            <a:ext cx="5077897" cy="34529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6835" y="493668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코드 비교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6835" y="54327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6835" y="5737384"/>
            <a:ext cx="5698807" cy="4161949"/>
          </a:xfrm>
          <a:prstGeom prst="roundRect">
            <a:avLst>
              <a:gd name="adj" fmla="val 2453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391239" y="5737384"/>
            <a:ext cx="5709999" cy="4161949"/>
          </a:xfrm>
          <a:prstGeom prst="roundRect">
            <a:avLst>
              <a:gd name="adj" fmla="val 409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504587" y="5822394"/>
            <a:ext cx="5483304" cy="399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sys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input = sys.stdin.readline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n, m = map(int, input().split())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number = list(map(int, input().split()))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prepix_sum = [0]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tmp = 0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 num in number: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tmp += num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prepix_sum.append(tmp)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#- i=5일 때: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`tmp = 0+5 = 5`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`prepix_sum = [0, 5]`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for _ in range(m):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i, j = map(int, input().split())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print(prepix_sum[j]-prepix_sum[i-1])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379964" y="54327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79964" y="5737384"/>
            <a:ext cx="3792141" cy="4161949"/>
          </a:xfrm>
          <a:prstGeom prst="roundRect">
            <a:avLst>
              <a:gd name="adj" fmla="val 2692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6374368" y="5737384"/>
            <a:ext cx="3803333" cy="4161949"/>
          </a:xfrm>
          <a:prstGeom prst="roundRect">
            <a:avLst>
              <a:gd name="adj" fmla="val 447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6487716" y="5822394"/>
            <a:ext cx="3576637" cy="399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readline = require('readline');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rl = readline.createInterface({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input: process.stdin,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output: process.stdout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input = [];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rl.on('line', (line)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input.push(line);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}).on('close', ()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[n, m] = input[0].split(' ').map(Number);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numbers = input[1].split(' ').map(Number);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prefixSum = [0];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let tempSum = 0;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for (const num of numbers)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tempSum += num;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prefixSum.push(tempSum);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for (let k = 2; k &lt; 2 + m; k++)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const [i, j] = input[k].split(' ').map(Number);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console.log(prefixSum[j] - prefixSum[i - 1]);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456426" y="54327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456426" y="5737384"/>
            <a:ext cx="3792141" cy="4161949"/>
          </a:xfrm>
          <a:prstGeom prst="roundRect">
            <a:avLst>
              <a:gd name="adj" fmla="val 2692"/>
            </a:avLst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10450830" y="5737384"/>
            <a:ext cx="3803333" cy="4161949"/>
          </a:xfrm>
          <a:prstGeom prst="roundRect">
            <a:avLst>
              <a:gd name="adj" fmla="val 447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10564178" y="5822394"/>
            <a:ext cx="3576637" cy="399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java.io.*;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java.util.*;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Main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static void main(String[] args) throws IOException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BufferedReader br = new BufferedReader(new InputStreamReader(System.in));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StringTokenizer st = new StringTokenizer(br.readLine());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N = Integer.parseInt(st.nextToken());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M = Integer.parseInt(st.nextToken());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long[] S = new long[N + 1];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 = new StringTokenizer(br.readLine());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 (int i = 1; i &lt;= N; i++)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S[i] = S[i - 1] + Integer.parseInt(st.nextToken());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 (int k = 0; k &lt; M; k++)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 = new StringTokenizer(br.readLine());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i = Integer.parseInt(st.nextToken());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j = Integer.parseInt(st.nextToken());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System.out.println(S[j] - S[i - 1]);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6421" y="311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문제 2018 &amp; 1253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534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투 포인터 기법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6835" y="1160740"/>
            <a:ext cx="678001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핵심 아이디어: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'투 포인터(Two Pointers)'는 배열이나 리스트에서 두 개의 포인터를 사용하여 특정 조건을 만족하는 부분이나 쌍을 찾는 알고리즘입니다. 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807131"/>
            <a:ext cx="6780014" cy="378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시간 복잡도: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정렬된 배열에서 두 포인터가 한 방향으로만 이동하므로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의 시간 복잡도를 가집니다. 문제 1253의 경우 정렬에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이후 투 포인터에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이 소요되어 총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 log 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입니다.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96835" y="2287310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2018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835" y="2596277"/>
            <a:ext cx="5095518" cy="34520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61171" y="1160740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61171" y="144422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61171" y="1727716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461171" y="201120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문제 2018은 특정 합을 가지는 연속된 수의 개수를 찾고, 문제 1253은 특정 값이 되는 두 수의 합을 찾는 문제입니다.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461171" y="2294692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461171" y="257817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1253</a:t>
            </a:r>
            <a:endParaRPr lang="en-US" sz="8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171" y="2887147"/>
            <a:ext cx="4526637" cy="34537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6835" y="6638449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코드 비교 (문제 2018)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96835" y="713446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96835" y="7439144"/>
            <a:ext cx="5698807" cy="3436144"/>
          </a:xfrm>
          <a:prstGeom prst="roundRect">
            <a:avLst>
              <a:gd name="adj" fmla="val 2971"/>
            </a:avLst>
          </a:prstGeom>
          <a:solidFill>
            <a:srgbClr val="F2F2F2"/>
          </a:solidFill>
          <a:ln/>
        </p:spPr>
      </p:sp>
      <p:sp>
        <p:nvSpPr>
          <p:cNvPr id="18" name="Shape 14"/>
          <p:cNvSpPr/>
          <p:nvPr/>
        </p:nvSpPr>
        <p:spPr>
          <a:xfrm>
            <a:off x="391239" y="7439144"/>
            <a:ext cx="5709999" cy="3436144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19" name="Text 15"/>
          <p:cNvSpPr/>
          <p:nvPr/>
        </p:nvSpPr>
        <p:spPr>
          <a:xfrm>
            <a:off x="504587" y="7524155"/>
            <a:ext cx="5483304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sys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input = sys.stdin.readline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 = int(input())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start, end, cnt, sum = 1, 1, 1, 1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while end &lt; n: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if sum &lt; n: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end += 1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sum += end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elif sum == n: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cnt += 1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end += 1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sum += end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else: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sum -= start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start += 1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print(cnt)</a:t>
            </a:r>
            <a:endParaRPr lang="en-US" sz="8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11002804"/>
            <a:ext cx="4722971" cy="325766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79964" y="713446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379964" y="7439144"/>
            <a:ext cx="3792141" cy="4524851"/>
          </a:xfrm>
          <a:prstGeom prst="roundRect">
            <a:avLst>
              <a:gd name="adj" fmla="val 2692"/>
            </a:avLst>
          </a:prstGeom>
          <a:solidFill>
            <a:srgbClr val="F2F2F2"/>
          </a:solidFill>
          <a:ln/>
        </p:spPr>
      </p:sp>
      <p:sp>
        <p:nvSpPr>
          <p:cNvPr id="23" name="Shape 18"/>
          <p:cNvSpPr/>
          <p:nvPr/>
        </p:nvSpPr>
        <p:spPr>
          <a:xfrm>
            <a:off x="6374368" y="7439144"/>
            <a:ext cx="3803333" cy="4524851"/>
          </a:xfrm>
          <a:prstGeom prst="roundRect">
            <a:avLst>
              <a:gd name="adj" fmla="val 447"/>
            </a:avLst>
          </a:prstGeom>
          <a:solidFill>
            <a:srgbClr val="F2F2F2"/>
          </a:solidFill>
          <a:ln/>
        </p:spPr>
      </p:sp>
      <p:sp>
        <p:nvSpPr>
          <p:cNvPr id="24" name="Text 19"/>
          <p:cNvSpPr/>
          <p:nvPr/>
        </p:nvSpPr>
        <p:spPr>
          <a:xfrm>
            <a:off x="6487716" y="7524155"/>
            <a:ext cx="3576637" cy="4354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readline = require('readline');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rl = readline.createInterface({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input: process.stdin,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output: process.stdout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rl.on('line', (line)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n = parseInt(line);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let start = 1, end = 1, cnt = 1, sum = 1;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while (end &lt; n)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if (sum &lt; n)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end++;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sum += end;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 else if (sum === n)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cnt++;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end++;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sum += end;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 else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sum -= start;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start++;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console.log(cnt);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rl.close();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0456426" y="713446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10456426" y="7439144"/>
            <a:ext cx="3792141" cy="4887754"/>
          </a:xfrm>
          <a:prstGeom prst="roundRect">
            <a:avLst>
              <a:gd name="adj" fmla="val 2692"/>
            </a:avLst>
          </a:prstGeom>
          <a:solidFill>
            <a:srgbClr val="F2F2F2"/>
          </a:solidFill>
          <a:ln/>
        </p:spPr>
      </p:sp>
      <p:sp>
        <p:nvSpPr>
          <p:cNvPr id="27" name="Shape 22"/>
          <p:cNvSpPr/>
          <p:nvPr/>
        </p:nvSpPr>
        <p:spPr>
          <a:xfrm>
            <a:off x="10450830" y="7439144"/>
            <a:ext cx="3803333" cy="4887754"/>
          </a:xfrm>
          <a:prstGeom prst="roundRect">
            <a:avLst>
              <a:gd name="adj" fmla="val 447"/>
            </a:avLst>
          </a:prstGeom>
          <a:solidFill>
            <a:srgbClr val="F2F2F2"/>
          </a:solidFill>
          <a:ln/>
        </p:spPr>
      </p:sp>
      <p:sp>
        <p:nvSpPr>
          <p:cNvPr id="28" name="Text 23"/>
          <p:cNvSpPr/>
          <p:nvPr/>
        </p:nvSpPr>
        <p:spPr>
          <a:xfrm>
            <a:off x="10564178" y="7524155"/>
            <a:ext cx="3576637" cy="471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java.io.*;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Main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static void main(String[] args) throws IOException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BufferedReader br = new BufferedReader(new InputStreamReader(System.in));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N = Integer.parseInt(br.readLine());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count = 1;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startIndex = 1;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endIndex = 1;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sum = 1;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while (endIndex != N)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 (sum == N)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count++;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endIndex++;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sum += endIndex;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 else if (sum &gt; N)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sum -= startIndex;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startIndex++;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 else { // sum &lt; N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endIndex++;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sum += endIndex;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System.out.println(count);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코드 비교 (문제 1253)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96835" y="80783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6835" y="1112520"/>
            <a:ext cx="4993243" cy="6339364"/>
          </a:xfrm>
          <a:prstGeom prst="roundRect">
            <a:avLst>
              <a:gd name="adj" fmla="val 2044"/>
            </a:avLst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391239" y="1112520"/>
            <a:ext cx="5004435" cy="6339364"/>
          </a:xfrm>
          <a:prstGeom prst="roundRect">
            <a:avLst>
              <a:gd name="adj" fmla="val 340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504587" y="1197531"/>
            <a:ext cx="4777740" cy="616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sys
input = sys.stdin.readline
n = int(input())
arr = list(map(int, input().split()))
arr.sort()
cnt = 0
for i in range(n):
    goal = arr[i]
    start = 0
    end = len(arr)-1
    while start &lt; end:
# 두 포인터가 교차할 때까지 탐색
        if arr[start] + arr[end] == goal:
 # 만약 목표값과 같은 합을 찾았는데
            if start == i:
                start += 1
            elif end == i:
                end -= 1
            else:
                cnt += 1
                break
 # start나 end가 목표 자기 자신이면 건너뛰고 자기 자신이 아닌 두 수의 합이 목표값이면 발견
        elif arr[start] + arr[end] &gt; goal:
            end -= 1
        elif arr[start] + arr[end] &lt; goal:
            start += 1
print(cnt)
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74400" y="80783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74400" y="1112520"/>
            <a:ext cx="3885248" cy="6702266"/>
          </a:xfrm>
          <a:prstGeom prst="roundRect">
            <a:avLst>
              <a:gd name="adj" fmla="val 2627"/>
            </a:avLst>
          </a:prstGeom>
          <a:solidFill>
            <a:srgbClr val="F2F2F2"/>
          </a:solidFill>
          <a:ln/>
        </p:spPr>
      </p:sp>
      <p:sp>
        <p:nvSpPr>
          <p:cNvPr id="9" name="Shape 7"/>
          <p:cNvSpPr/>
          <p:nvPr/>
        </p:nvSpPr>
        <p:spPr>
          <a:xfrm>
            <a:off x="5668804" y="1112520"/>
            <a:ext cx="3896439" cy="6702266"/>
          </a:xfrm>
          <a:prstGeom prst="roundRect">
            <a:avLst>
              <a:gd name="adj" fmla="val 437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5782151" y="1197531"/>
            <a:ext cx="3669744" cy="653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fs = require("fs");
const input = fs.readFileSync(0, "utf-8").trim().split("\n");
const n = Number(input[0]);
const arr = input[1].split(" ").map(Number);
arr.sort((a, b) =&gt; a - b);
let cnt = 0;
for (let i = 0; i &lt; n; i++) {
  const goal = arr[i];
  let start = 0;
  let end = arr.length - 1;
  while (start &lt; end) {
    const sum = arr[start] + arr[end];
    if (sum === goal) {
      if (start === i) {
        start++;
      } else if (end === i) {
        end--;
      } else {
        cnt++;
        break;
      }
    } else if (sum &gt; goal) {
      end--;
    } else {
      start++;
    }
  }
}
console.log(cnt);
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43968" y="80783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843968" y="1112520"/>
            <a:ext cx="4404717" cy="8879681"/>
          </a:xfrm>
          <a:prstGeom prst="roundRect">
            <a:avLst>
              <a:gd name="adj" fmla="val 2317"/>
            </a:avLst>
          </a:prstGeom>
          <a:solidFill>
            <a:srgbClr val="F2F2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838373" y="1112520"/>
            <a:ext cx="4415909" cy="8879681"/>
          </a:xfrm>
          <a:prstGeom prst="roundRect">
            <a:avLst>
              <a:gd name="adj" fmla="val 385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9951720" y="1197531"/>
            <a:ext cx="4189214" cy="870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java.io.*;
import java.util.*;
public class Main {
    public static void main(String[] args) throws IOException {
        BufferedReader br = new BufferedReader(new InputStreamReader(System.in));
        int n = Integer.parseInt(br.readLine());
        int[] arr = new int[n];
        StringTokenizer st = new StringTokenizer(br.readLine());
        for (int i = 0; i &lt; n; i++) {
            arr[i] = Integer.parseInt(st.nextToken());
        }
        Arrays.sort(arr);
        int cnt = 0;
        for (int i = 0; i &lt; n; i++) {
            int goal = arr[i];
            int start = 0;
            int end = n - 1;
            while (start &lt; end) {
                int sum = arr[start] + arr[end];
                if (sum == goal) {
                    if (start == i) {
                        start++;
                    } else if (end == i) {
                        end--;
                    } else {
                        cnt++;
                        break;
                    }
                } else if (sum &gt; goal) {
                    end--;
                } else {
                    start++;
                }
            }
        }
        System.out.println(cnt);
    }
}
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6421" y="311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문제 11003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534352"/>
            <a:ext cx="39581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최솟값 찾기: 슬라이딩 윈도우 &amp; 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6835" y="1160740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핵심 아이디어: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배열을 슬라이딩 윈도우(Sliding Window) 형태로 이동하며 각 윈도우 내의 최솟값을 찾는 문제입니다. '덱(Deque)' 자료구조를 활용하여 윈도우 내의 원소들을 효율적으로 관리하고 최솟값을 빠르게 찾을 수 있습니다.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625679"/>
            <a:ext cx="6780014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시간 복잡도: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각 원소가 덱에 한 번 들어가고 한 번 나오므로,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의 시간 복잡도를 가집니다.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171" y="1186220"/>
            <a:ext cx="4491871" cy="34542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6835" y="493799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코드 비교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6835" y="54340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6835" y="5738693"/>
            <a:ext cx="4852035" cy="4161949"/>
          </a:xfrm>
          <a:prstGeom prst="roundRect">
            <a:avLst>
              <a:gd name="adj" fmla="val 2453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391239" y="5738693"/>
            <a:ext cx="4863227" cy="4161949"/>
          </a:xfrm>
          <a:prstGeom prst="roundRect">
            <a:avLst>
              <a:gd name="adj" fmla="val 409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504587" y="5823704"/>
            <a:ext cx="4636532" cy="3991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sys
from collections import deque
input = sys.stdin.readline
N, L = map(int,input().split())
num = list(map(int, input().split()))
temp = deque([])
for i in range(N):
#구간에서 벗어난 값(왼쪽 끝)을 제거
  if temp and temp[0][0] &lt;= i-L:
    temp.popleft()
#새로 들어올 값(num[i])보다 큰 값들은 어차피 최소값이 될 수 없으므로 뒤에서 제거
  while len(temp) &gt;= 1 and num[i] &lt; temp[-1][1]:
    temp.pop()
  temp.append((i,num[i]))
  print(temp[0][1], end = " ")
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533192" y="54340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33192" y="5738693"/>
            <a:ext cx="4215527" cy="4706303"/>
          </a:xfrm>
          <a:prstGeom prst="roundRect">
            <a:avLst>
              <a:gd name="adj" fmla="val 2421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5527596" y="5738693"/>
            <a:ext cx="4226719" cy="4706303"/>
          </a:xfrm>
          <a:prstGeom prst="roundRect">
            <a:avLst>
              <a:gd name="adj" fmla="val 402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5640943" y="5823704"/>
            <a:ext cx="4000024" cy="4536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readline = require('readline');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rl = readline.createInterface({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input: process.stdin,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output: process.stdout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input = [];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rl.on('line', (line)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input.push(line);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}).on('close', ()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[N, L] = input[0].split(' ').map(Number);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numbers = input[1].split(' ').map(Number);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deque = [];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result = [];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for (let i = 0; i &lt; N; i++)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while (deque.length &gt; 0 &amp;&amp; deque[0][0] &lt;= i - L)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deque.shift();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while (deque.length &gt; 0 &amp;&amp; deque[deque.length - 1][1] &gt;= numbers[i])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deque.pop();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deque.push([i, numbers[i]]);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result.push(deque[0][1]);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console.log(result.join(' '));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033040" y="54340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033040" y="5738693"/>
            <a:ext cx="4215527" cy="6702266"/>
          </a:xfrm>
          <a:prstGeom prst="roundRect">
            <a:avLst>
              <a:gd name="adj" fmla="val 2421"/>
            </a:avLst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10027444" y="5738693"/>
            <a:ext cx="4226719" cy="6702266"/>
          </a:xfrm>
          <a:prstGeom prst="roundRect">
            <a:avLst>
              <a:gd name="adj" fmla="val 402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10140791" y="5823704"/>
            <a:ext cx="4000024" cy="6532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java.io.*;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java.util.*;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Main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static void main(String[] args) throws IOException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BufferedReader br = new BufferedReader(new InputStreamReader(System.in));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BufferedWriter bw = new BufferedWriter(new OutputStreamWriter(System.out));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StringTokenizer st = new StringTokenizer(br.readLine());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N = Integer.parseInt(st.nextToken());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L = Integer.parseInt(st.nextToken());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 = new StringTokenizer(br.readLine());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Deque myDeque = new LinkedList&lt;&gt;();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 (int i = 0; i &lt; N; i++)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now = Integer.parseInt(st.nextToken());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while (!myDeque.isEmpty() &amp;&amp; myDeque.getLast().value &gt;= now)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myDeque.removeLast();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myDeque.addLast(new Node(i, now));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 (myDeque.getFirst().index &lt;= i - L)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myDeque.removeFirst();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bw.write(myDeque.getFirst().value + " ");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bw.flush();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bw.close();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static class Node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int index;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int value;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Node(int index, int value)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this.index = index;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this.value = value;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6421" y="311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문제 1874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534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스택 수열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6835" y="1160740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핵심 아이디어: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주어진 수열을 만들기 위해 스택에 push(+)와 pop(-) 연산을 어떤 순서로 수행해야 하는지 알아내는 문제입니다. 스택의 </a:t>
            </a:r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LIFO (Last-In, First-Out)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특성을 정확히 이해하고 적용해야 합니다.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625679"/>
            <a:ext cx="6780014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시간 복잡도: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각 숫자가 스택에 한 번 push 되고 한 번 pop 되므로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의 시간 복잡도를 가집니다.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171" y="1186220"/>
            <a:ext cx="4994077" cy="34532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6835" y="4937046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코드 비교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6835" y="543306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6835" y="5737741"/>
            <a:ext cx="7251383" cy="6339364"/>
          </a:xfrm>
          <a:prstGeom prst="roundRect">
            <a:avLst>
              <a:gd name="adj" fmla="val 1610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391239" y="5737741"/>
            <a:ext cx="7262574" cy="6339364"/>
          </a:xfrm>
          <a:prstGeom prst="roundRect">
            <a:avLst>
              <a:gd name="adj" fmla="val 268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504587" y="5822752"/>
            <a:ext cx="7035879" cy="616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n = int(input())# 입력: 수열의 길이
arr = []  # 만들어야 할 수열을 입력받아 저장할 리스트
stack = []   # 스택 시뮬레이션에 사용할 리스트
cnt = 1      # 스택에 push할 다음 숫자 (1부터 시작)
res = []     # push(+), pop(-) 연산 기록
flag = True  # 수열을 만들 수 있는지 여부 판별
# 만들고자 하는 수열 입력 받기
for _ in range(n):
  arr.append(int(input()))
for x in arr: 
  # x까지 스택에 push (아직 넣지 않은 수는 모두 넣어야 함)
  while cnt &lt;= x:
    stack.append(cnt)
    cnt += 1
    res.append("+")   # push 연산 기록
  # 스택 맨 위 값이 x와 같으면 pop
  if stack[-1] == x:
    stack.pop()
    res.append("-")   # pop 연산 기록
  else:
    # 스택 맨 위가 x가 아니면 → 수열 생성 불가
    flag = False
    break
# 결과 출력
if flag:
  for i in res:
    print(i)
else:
  print("NO")
</a:t>
            </a:r>
            <a:endParaRPr lang="en-US" sz="8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35" y="12204621"/>
            <a:ext cx="2068592" cy="3257788"/>
          </a:xfrm>
          <a:prstGeom prst="rect">
            <a:avLst/>
          </a:prstGeom>
        </p:spPr>
      </p:pic>
      <p:pic>
        <p:nvPicPr>
          <p:cNvPr id="13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15589925"/>
            <a:ext cx="7251383" cy="113407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35" y="16851511"/>
            <a:ext cx="7251383" cy="402086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835" y="20999887"/>
            <a:ext cx="7251383" cy="248138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96835" y="23608784"/>
            <a:ext cx="7251383" cy="347901"/>
          </a:xfrm>
          <a:prstGeom prst="roundRect">
            <a:avLst>
              <a:gd name="adj" fmla="val 2934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404455" y="23616404"/>
            <a:ext cx="7236143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517803" y="23692009"/>
            <a:ext cx="700944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stack top=4, 목표=3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396835" y="24084201"/>
            <a:ext cx="7251383" cy="347901"/>
          </a:xfrm>
          <a:prstGeom prst="roundRect">
            <a:avLst>
              <a:gd name="adj" fmla="val 2934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404455" y="24091821"/>
            <a:ext cx="7236143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517803" y="24167425"/>
            <a:ext cx="700944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[3,4]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396835" y="24559617"/>
            <a:ext cx="7251383" cy="347901"/>
          </a:xfrm>
          <a:prstGeom prst="roundRect">
            <a:avLst>
              <a:gd name="adj" fmla="val 2934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404455" y="24567237"/>
            <a:ext cx="7236143" cy="3326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517803" y="24642842"/>
            <a:ext cx="700944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불일치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396835" y="25035034"/>
            <a:ext cx="725138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스택 위에 4가 있는데 3을 먼저 뽑을 수 없음 → 규칙 위반</a:t>
            </a:r>
            <a:endParaRPr lang="en-US" sz="850" dirty="0"/>
          </a:p>
        </p:txBody>
      </p:sp>
      <p:sp>
        <p:nvSpPr>
          <p:cNvPr id="26" name="Text 19"/>
          <p:cNvSpPr/>
          <p:nvPr/>
        </p:nvSpPr>
        <p:spPr>
          <a:xfrm>
            <a:off x="396835" y="25318522"/>
            <a:ext cx="725138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7932539" y="543306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932539" y="5737741"/>
            <a:ext cx="3015853" cy="6520815"/>
          </a:xfrm>
          <a:prstGeom prst="roundRect">
            <a:avLst>
              <a:gd name="adj" fmla="val 3385"/>
            </a:avLst>
          </a:prstGeom>
          <a:solidFill>
            <a:srgbClr val="F2F2F2"/>
          </a:solidFill>
          <a:ln/>
        </p:spPr>
      </p:sp>
      <p:sp>
        <p:nvSpPr>
          <p:cNvPr id="29" name="Shape 22"/>
          <p:cNvSpPr/>
          <p:nvPr/>
        </p:nvSpPr>
        <p:spPr>
          <a:xfrm>
            <a:off x="7926943" y="5737741"/>
            <a:ext cx="3027045" cy="6520815"/>
          </a:xfrm>
          <a:prstGeom prst="roundRect">
            <a:avLst>
              <a:gd name="adj" fmla="val 562"/>
            </a:avLst>
          </a:prstGeom>
          <a:solidFill>
            <a:srgbClr val="F2F2F2"/>
          </a:solidFill>
          <a:ln/>
        </p:spPr>
      </p:sp>
      <p:sp>
        <p:nvSpPr>
          <p:cNvPr id="30" name="Text 23"/>
          <p:cNvSpPr/>
          <p:nvPr/>
        </p:nvSpPr>
        <p:spPr>
          <a:xfrm>
            <a:off x="8040291" y="5822752"/>
            <a:ext cx="2800350" cy="6350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readline = require('readline');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rl = readline.createInterface({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input: process.stdin,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output: process.stdout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let input = [];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rl.on('line', (line)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input.push(parseInt(line));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}).on('close', ()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n = input.shift();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targetSequence = input;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stack = [];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result = [];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let currentNum = 1;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let possible = true;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for (const num of targetSequence)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while (currentNum &lt;= num)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stack.push(currentNum);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result.push('+');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currentNum++;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if (stack[stack.length - 1] === num)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stack.pop();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result.push('-');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 else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possible = false;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  break;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if (possible)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result.forEach(op =&gt; console.log(op));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 else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console.log('NO');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232713" y="543306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11232713" y="5737741"/>
            <a:ext cx="3015853" cy="6157913"/>
          </a:xfrm>
          <a:prstGeom prst="roundRect">
            <a:avLst>
              <a:gd name="adj" fmla="val 3385"/>
            </a:avLst>
          </a:prstGeom>
          <a:solidFill>
            <a:srgbClr val="F2F2F2"/>
          </a:solidFill>
          <a:ln/>
        </p:spPr>
      </p:sp>
      <p:sp>
        <p:nvSpPr>
          <p:cNvPr id="33" name="Shape 26"/>
          <p:cNvSpPr/>
          <p:nvPr/>
        </p:nvSpPr>
        <p:spPr>
          <a:xfrm>
            <a:off x="11227118" y="5737741"/>
            <a:ext cx="3027045" cy="6157913"/>
          </a:xfrm>
          <a:prstGeom prst="roundRect">
            <a:avLst>
              <a:gd name="adj" fmla="val 562"/>
            </a:avLst>
          </a:prstGeom>
          <a:solidFill>
            <a:srgbClr val="F2F2F2"/>
          </a:solidFill>
          <a:ln/>
        </p:spPr>
      </p:sp>
      <p:sp>
        <p:nvSpPr>
          <p:cNvPr id="34" name="Text 27"/>
          <p:cNvSpPr/>
          <p:nvPr/>
        </p:nvSpPr>
        <p:spPr>
          <a:xfrm>
            <a:off x="11340465" y="5822752"/>
            <a:ext cx="2800350" cy="598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java.io.*;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java.util.*;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Main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static void main(String[] args) throws IOException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BufferedReader br = new BufferedReader(new InputStreamReader(System.in));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StringBuilder sb = new StringBuilder();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n = Integer.parseInt(br.readLine());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Stack stack = new Stack&lt;&gt;();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num = 1;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boolean possible = true;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 (int i = 0; i &lt; n; i++)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target = Integer.parseInt(br.readLine());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while (num &lt;= target)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stack.push(num++);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sb.append("+\n");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 (stack.peek() == target)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stack.pop();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sb.append("-\n");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 else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possible = false;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break;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if (possible)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System.out.println(sb.toString());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 else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System.out.println("NO");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6421" y="311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FD505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문제 2164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96835" y="534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카드2: 큐 활용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96835" y="1160740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핵심 아이디어: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N장의 카드가 있을 때, 맨 위 카드를 버리고, 다음 맨 위 카드를 맨 아래로 옮기는 작업을 반복하여 마지막에 남는 카드를 찾는 문제입니다. </a:t>
            </a:r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FIFO (First-In, First-Out)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특성을 가진 '큐(Queue)' 자료구조를 활용하는 전형적인 문제입니다.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96835" y="1625679"/>
            <a:ext cx="6780014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시간 복잡도: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N개의 카드에 대해 각 카드마다 버리는 연산과 옮기는 연산이 한 번씩 발생하므로 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의 시간 복잡도를 가집니다.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171" y="1186220"/>
            <a:ext cx="5184696" cy="34529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6835" y="4936688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코드 비교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6835" y="54327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6835" y="5737384"/>
            <a:ext cx="5557718" cy="3073241"/>
          </a:xfrm>
          <a:prstGeom prst="roundRect">
            <a:avLst>
              <a:gd name="adj" fmla="val 3321"/>
            </a:avLst>
          </a:prstGeom>
          <a:solidFill>
            <a:srgbClr val="F2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391239" y="5737384"/>
            <a:ext cx="5568910" cy="3073241"/>
          </a:xfrm>
          <a:prstGeom prst="roundRect">
            <a:avLst>
              <a:gd name="adj" fmla="val 554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504587" y="5822394"/>
            <a:ext cx="5342215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from collections import deque
n = int(input())
cards = deque(range(1,n+1))
# 카드가 한 장 남을 때까지 반복
while len(cards) &gt; 1:
  cards.popleft()
  cards.append(cards[0])
# 그 다음 카드를 제일 아래로 옮김
  cards.popleft()
# 방금 옮긴 카드를 다시 맨 위에서 제거
print(cards[0])
#마지막 남은거 출력
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238875" y="54327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8875" y="5737384"/>
            <a:ext cx="3862745" cy="3073241"/>
          </a:xfrm>
          <a:prstGeom prst="roundRect">
            <a:avLst>
              <a:gd name="adj" fmla="val 3321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6233279" y="5737384"/>
            <a:ext cx="3873937" cy="3073241"/>
          </a:xfrm>
          <a:prstGeom prst="roundRect">
            <a:avLst>
              <a:gd name="adj" fmla="val 554"/>
            </a:avLst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6346627" y="5822394"/>
            <a:ext cx="3647242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readline = require('readline');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const rl = readline.createInterface({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input: process.stdin,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output: process.stdout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rl.on('line', (line) =&gt;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n = parseInt(line);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const queue = Array.from({ length: n }, (_, i) =&gt; i + 1);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while (queue.length &gt; 1)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queue.shift(); // 맨 위 카드 버림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const topCard = queue.shift(); // 다음 맨 위 카드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  queue.push(topCard); // 맨 아래로 옮김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console.log(queue[0]);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 rl.close();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});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0385941" y="543270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Java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385941" y="5737384"/>
            <a:ext cx="3862745" cy="3436144"/>
          </a:xfrm>
          <a:prstGeom prst="roundRect">
            <a:avLst>
              <a:gd name="adj" fmla="val 2971"/>
            </a:avLst>
          </a:prstGeom>
          <a:solidFill>
            <a:srgbClr val="F2F2F2"/>
          </a:solidFill>
          <a:ln/>
        </p:spPr>
      </p:sp>
      <p:sp>
        <p:nvSpPr>
          <p:cNvPr id="18" name="Shape 15"/>
          <p:cNvSpPr/>
          <p:nvPr/>
        </p:nvSpPr>
        <p:spPr>
          <a:xfrm>
            <a:off x="10380345" y="5737384"/>
            <a:ext cx="3873937" cy="3436144"/>
          </a:xfrm>
          <a:prstGeom prst="roundRect">
            <a:avLst>
              <a:gd name="adj" fmla="val 495"/>
            </a:avLst>
          </a:prstGeom>
          <a:solidFill>
            <a:srgbClr val="F2F2F2"/>
          </a:solidFill>
          <a:ln/>
        </p:spPr>
      </p:sp>
      <p:sp>
        <p:nvSpPr>
          <p:cNvPr id="19" name="Text 16"/>
          <p:cNvSpPr/>
          <p:nvPr/>
        </p:nvSpPr>
        <p:spPr>
          <a:xfrm>
            <a:off x="10493693" y="5822394"/>
            <a:ext cx="3647242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java.io.*;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import java.util.*;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class Main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public static void main(String[] args) throws IOException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BufferedReader br = new BufferedReader(new InputStreamReader(System.in));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int N = Integer.parseInt(br.readLine());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Queue queue = new LinkedList&lt;&gt;();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for (int i = 1; i &lt;= N; i++)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queue.offer(i);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while (queue.size() &gt; 1) {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queue.poll(); // 맨 위 카드 버리기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queue.offer(queue.poll()); // 다음 맨 위 카드를 맨 아래로 옮기기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System.out.println(queue.poll());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}</a:t>
            </a:r>
            <a:endParaRPr lang="en-US" sz="8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3063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2025-12-19T06:22:00Z</dcterms:created>
  <dcterms:modified xsi:type="dcterms:W3CDTF">2025-12-19T06:22:00Z</dcterms:modified>
</cp:coreProperties>
</file>